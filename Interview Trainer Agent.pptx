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83" r:id="rId2"/>
    <p:sldId id="257" r:id="rId3"/>
    <p:sldId id="282" r:id="rId4"/>
    <p:sldId id="284" r:id="rId5"/>
    <p:sldId id="285" r:id="rId6"/>
    <p:sldId id="262" r:id="rId7"/>
    <p:sldId id="264" r:id="rId8"/>
    <p:sldId id="286" r:id="rId9"/>
    <p:sldId id="277" r:id="rId10"/>
    <p:sldId id="280" r:id="rId11"/>
    <p:sldId id="27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p:scale>
          <a:sx n="75" d="100"/>
          <a:sy n="75" d="100"/>
        </p:scale>
        <p:origin x="51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harupriyagopi1327-dev/interview-trainer-age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interview-trainer-agent.streamlit.app/"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07592180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err="1"/>
                        <a:t>Sharupriya.G</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sharupriyagopi1327@gmail.com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8825519358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 / Career Development</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solidFill>
                  <a:schemeClr val="tx1"/>
                </a:solidFill>
                <a:latin typeface="Times New Roman"/>
                <a:ea typeface="Times New Roman"/>
                <a:cs typeface="Times New Roman"/>
                <a:sym typeface="Times New Roman"/>
              </a:rPr>
              <a:t>AI-Powered Interview Trainer Agent</a:t>
            </a:r>
            <a:endParaRPr lang="en-IN" sz="2400" b="1" dirty="0">
              <a:solidFill>
                <a:schemeClr val="tx1"/>
              </a:solidFill>
            </a:endParaRPr>
          </a:p>
        </p:txBody>
      </p:sp>
      <p:pic>
        <p:nvPicPr>
          <p:cNvPr id="8" name="Picture 7">
            <a:extLst>
              <a:ext uri="{FF2B5EF4-FFF2-40B4-BE49-F238E27FC236}">
                <a16:creationId xmlns:a16="http://schemas.microsoft.com/office/drawing/2014/main" id="{CD7266D4-04B8-5CAC-84EC-2D15CADCC9CA}"/>
              </a:ext>
            </a:extLst>
          </p:cNvPr>
          <p:cNvPicPr>
            <a:picLocks noChangeAspect="1"/>
          </p:cNvPicPr>
          <p:nvPr/>
        </p:nvPicPr>
        <p:blipFill>
          <a:blip r:embed="rId3"/>
          <a:stretch>
            <a:fillRect/>
          </a:stretch>
        </p:blipFill>
        <p:spPr>
          <a:xfrm>
            <a:off x="4270678" y="3723174"/>
            <a:ext cx="762500" cy="80181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 Interview Trainer Agent</a:t>
            </a:r>
            <a:r>
              <a:rPr lang="en-US" dirty="0"/>
              <a:t> </a:t>
            </a:r>
          </a:p>
          <a:p>
            <a:pPr fontAlgn="base"/>
            <a:endParaRPr lang="en-US" b="1" dirty="0"/>
          </a:p>
          <a:p>
            <a:pPr fontAlgn="base"/>
            <a:r>
              <a:rPr lang="en-US" dirty="0"/>
              <a:t>The </a:t>
            </a:r>
            <a:r>
              <a:rPr lang="en-US" dirty="0" err="1"/>
              <a:t>ChallengeJob</a:t>
            </a:r>
            <a:r>
              <a:rPr lang="en-US" dirty="0"/>
              <a:t> seekers often struggle to prepare effectively for interviews due to lack of personalized guidance, role-specific questions, and real-time answer feedback. Interview preparation resources are scattered and generic across the internet. Without personalized, AI-powered guidance, many candidates fail to perform well in competitive job interviews.</a:t>
            </a:r>
          </a:p>
          <a:p>
            <a:pPr fontAlgn="base"/>
            <a:endParaRPr lang="en-US" dirty="0"/>
          </a:p>
          <a:p>
            <a:r>
              <a:rPr lang="en-US" b="1" dirty="0"/>
              <a:t>The Objective</a:t>
            </a:r>
            <a:endParaRPr lang="en-US" dirty="0"/>
          </a:p>
          <a:p>
            <a:r>
              <a:rPr lang="en-US" dirty="0"/>
              <a:t>Build an AI-powered Interview Trainer Agent that delivers personalized interview preparation and guidance for job seekers across all experience levels. The solution should:</a:t>
            </a:r>
          </a:p>
          <a:p>
            <a:pPr marL="285750" indent="-285750">
              <a:buFont typeface="Arial" panose="020B0604020202020204" pitchFamily="34" charset="0"/>
              <a:buChar char="•"/>
            </a:pPr>
            <a:r>
              <a:rPr lang="en-US" b="1" dirty="0"/>
              <a:t>Personalized Interview Questions</a:t>
            </a:r>
            <a:r>
              <a:rPr lang="en-US" dirty="0"/>
              <a:t> – Generate role-specific questions based on job title, experience level, and uploaded resume.</a:t>
            </a:r>
          </a:p>
          <a:p>
            <a:pPr marL="285750" indent="-285750">
              <a:buFont typeface="Arial" panose="020B0604020202020204" pitchFamily="34" charset="0"/>
              <a:buChar char="•"/>
            </a:pPr>
            <a:r>
              <a:rPr lang="en-US" b="1" dirty="0"/>
              <a:t>RAG-Based Knowledge Retrieval</a:t>
            </a:r>
            <a:r>
              <a:rPr lang="en-US" dirty="0"/>
              <a:t> – Retrieve role-specific interview knowledge using FAISS vector search with semantic similarity.</a:t>
            </a:r>
          </a:p>
          <a:p>
            <a:pPr marL="285750" indent="-285750">
              <a:buFont typeface="Arial" panose="020B0604020202020204" pitchFamily="34" charset="0"/>
              <a:buChar char="•"/>
            </a:pPr>
            <a:r>
              <a:rPr lang="en-US" b="1" dirty="0"/>
              <a:t>Answer Evaluation &amp; Scoring</a:t>
            </a:r>
            <a:r>
              <a:rPr lang="en-US" dirty="0"/>
              <a:t> – AI evaluates user answers and provides SCORE/10 with strengths, improvements, and model answers.</a:t>
            </a:r>
          </a:p>
          <a:p>
            <a:pPr marL="285750" indent="-285750">
              <a:buFont typeface="Arial" panose="020B0604020202020204" pitchFamily="34" charset="0"/>
              <a:buChar char="•"/>
            </a:pPr>
            <a:r>
              <a:rPr lang="en-US" b="1" dirty="0"/>
              <a:t>Practice Mode</a:t>
            </a:r>
            <a:r>
              <a:rPr lang="en-US" dirty="0"/>
              <a:t> – Mock interview session with configurable number of questions, difficulty levels, and history tracking.</a:t>
            </a:r>
          </a:p>
          <a:p>
            <a:pPr marL="285750" indent="-285750">
              <a:buFont typeface="Arial" panose="020B0604020202020204" pitchFamily="34" charset="0"/>
              <a:buChar char="•"/>
            </a:pPr>
            <a:r>
              <a:rPr lang="en-US" b="1" dirty="0"/>
              <a:t>IBM Granite Integration</a:t>
            </a:r>
            <a:r>
              <a:rPr lang="en-US" dirty="0"/>
              <a:t> – IBM granite-4-h-small model via WatsonX.ai powers all question generation and answer evaluation.</a:t>
            </a:r>
          </a:p>
          <a:p>
            <a:pPr marL="285750" indent="-285750">
              <a:buFont typeface="Arial" panose="020B0604020202020204" pitchFamily="34" charset="0"/>
              <a:buChar char="•"/>
            </a:pPr>
            <a:r>
              <a:rPr lang="en-US" b="1" dirty="0"/>
              <a:t>Resume Upload</a:t>
            </a:r>
            <a:r>
              <a:rPr lang="en-US" dirty="0"/>
              <a:t> – PDF resume upload for personalized question generation based on candidate skills and experience.</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677656"/>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r>
              <a:rPr lang="en-IN" dirty="0"/>
              <a:t>Use any one of the following approaches:</a:t>
            </a:r>
          </a:p>
          <a:p>
            <a:pPr marL="285750" indent="-285750">
              <a:buFont typeface="Arial" panose="020B0604020202020204" pitchFamily="34" charset="0"/>
              <a:buChar char="•"/>
            </a:pPr>
            <a:r>
              <a:rPr lang="en-IN" dirty="0" err="1"/>
              <a:t>LangFlow</a:t>
            </a:r>
            <a:r>
              <a:rPr lang="en-IN" dirty="0"/>
              <a:t> + IBM watsonx.ai + Granite Models</a:t>
            </a:r>
          </a:p>
          <a:p>
            <a:pPr marL="285750" indent="-285750">
              <a:buFont typeface="Arial" panose="020B0604020202020204" pitchFamily="34" charset="0"/>
              <a:buChar char="•"/>
            </a:pPr>
            <a:r>
              <a:rPr lang="en-IN" dirty="0"/>
              <a:t>IBM Cloud Agentic Lab with IBM Granite Models</a:t>
            </a:r>
          </a:p>
          <a:p>
            <a:pPr marL="285750" indent="-285750">
              <a:buFont typeface="Arial" panose="020B0604020202020204" pitchFamily="34" charset="0"/>
              <a:buChar char="•"/>
            </a:pPr>
            <a:r>
              <a:rPr lang="en-IN" dirty="0"/>
              <a:t>Replicate with </a:t>
            </a:r>
            <a:r>
              <a:rPr lang="en-IN" dirty="0" err="1"/>
              <a:t>LangChain</a:t>
            </a:r>
            <a:r>
              <a:rPr lang="en-IN" dirty="0"/>
              <a:t> + RAG + IBM Granite Models</a:t>
            </a:r>
          </a:p>
          <a:p>
            <a:r>
              <a:rPr lang="en-IN" b="1" dirty="0"/>
              <a:t>I used: </a:t>
            </a:r>
            <a:r>
              <a:rPr lang="en-IN" b="1" dirty="0" err="1"/>
              <a:t>LangChain</a:t>
            </a:r>
            <a:r>
              <a:rPr lang="en-IN" b="1" dirty="0"/>
              <a:t> + RAG + IBM Granite Models (</a:t>
            </a:r>
            <a:r>
              <a:rPr lang="en-IN" b="1" dirty="0" err="1"/>
              <a:t>ibm</a:t>
            </a:r>
            <a:r>
              <a:rPr lang="en-IN" b="1" dirty="0"/>
              <a:t>/granite-4-h-small) + </a:t>
            </a:r>
            <a:r>
              <a:rPr lang="en-IN" b="1" dirty="0" err="1"/>
              <a:t>Streamlit</a:t>
            </a:r>
            <a:r>
              <a:rPr lang="en-IN" b="1" dirty="0"/>
              <a:t> + FAISS</a:t>
            </a:r>
            <a:endParaRPr lang="en-IN" dirty="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endParaRPr lang="en-US" b="1" dirty="0"/>
          </a:p>
          <a:p>
            <a:r>
              <a:rPr lang="en-US" b="1" dirty="0"/>
              <a:t>Proposed Solution: AI-Powered Interview Trainer Agent</a:t>
            </a:r>
            <a:endParaRPr lang="en-US" dirty="0"/>
          </a:p>
          <a:p>
            <a:r>
              <a:rPr lang="en-US" dirty="0"/>
              <a:t>The proposed solution is an AI-powered Interview Trainer Agent built using </a:t>
            </a:r>
            <a:r>
              <a:rPr lang="en-US" dirty="0" err="1"/>
              <a:t>LangChain</a:t>
            </a:r>
            <a:r>
              <a:rPr lang="en-US" dirty="0"/>
              <a:t>, FAISS RAG, IBM WatsonX.ai, and IBM Granite model to provide personalized, real-time interview preparation. The system addresses challenges in job interview preparation through an intelligent, modular architecture.</a:t>
            </a:r>
          </a:p>
          <a:p>
            <a:r>
              <a:rPr lang="en-US" dirty="0"/>
              <a:t>At its core, the solution uses a Retrieval-Augmented Generation (RAG) pipeline powered by FAISS vector search with </a:t>
            </a:r>
            <a:r>
              <a:rPr lang="en-US" dirty="0" err="1"/>
              <a:t>HuggingFace</a:t>
            </a:r>
            <a:r>
              <a:rPr lang="en-US" dirty="0"/>
              <a:t> Sentence Transformers embeddings (all-MiniLM-L6-v2). Interview knowledge documents are embedded and stored in a FAISS vector database, enabling semantic retrieval of role-specific context which is passed to IBM Granite for personalized response generation.</a:t>
            </a:r>
          </a:p>
          <a:p>
            <a:r>
              <a:rPr lang="en-US" b="1" dirty="0"/>
              <a:t>The system consists of three key modules:</a:t>
            </a:r>
            <a:endParaRPr lang="en-US" dirty="0"/>
          </a:p>
          <a:p>
            <a:r>
              <a:rPr lang="en-US" b="1" dirty="0"/>
              <a:t>Chat Module</a:t>
            </a:r>
            <a:r>
              <a:rPr lang="en-US" dirty="0"/>
              <a:t> — Free conversation with IBM Granite AI. Users can ask anything about interview preparation and receive personalized answers based on their resume and job role.</a:t>
            </a:r>
          </a:p>
          <a:p>
            <a:r>
              <a:rPr lang="en-US" b="1" dirty="0"/>
              <a:t>Practice Mode</a:t>
            </a:r>
            <a:r>
              <a:rPr lang="en-US" dirty="0"/>
              <a:t> — Structured mock interview session. Users configure role, question type, difficulty, and number of questions. AI generates questions automatically, evaluates answers, and provides SCORE/10 with strengths, improvements, and model answers.</a:t>
            </a:r>
          </a:p>
          <a:p>
            <a:r>
              <a:rPr lang="en-US" b="1" dirty="0"/>
              <a:t>Tips &amp; Resources Module</a:t>
            </a:r>
            <a:r>
              <a:rPr lang="en-US" dirty="0"/>
              <a:t> — Comprehensive interview preparation guides covering technical preparation, behavioral questions (STAR method), body language, salary negotiation, and resume tips.</a:t>
            </a:r>
          </a:p>
          <a:p>
            <a:r>
              <a:rPr lang="en-US" dirty="0"/>
              <a:t>The solution includes a professional </a:t>
            </a:r>
            <a:r>
              <a:rPr lang="en-US" dirty="0" err="1"/>
              <a:t>Streamlit</a:t>
            </a:r>
            <a:r>
              <a:rPr lang="en-US" dirty="0"/>
              <a:t> UI with sidebar profile setup, resume PDF upload, performance score tracking, and practice history management.</a:t>
            </a:r>
          </a:p>
          <a:p>
            <a:r>
              <a:rPr lang="en-US" dirty="0"/>
              <a:t>IBM WatsonX.ai powers model deployment and inference. IBM Granite model (granite-4-h-small) handles all question generation, answer evaluation, and personalized feedback generation.</a:t>
            </a:r>
          </a:p>
          <a:p>
            <a:r>
              <a:rPr lang="en-US" dirty="0"/>
              <a:t>Overall, this solution delivers an end-to-end intelligent interview preparation assistant that boosts candidate confidence through personalized questions, real-time AI feedback, and comprehensive scoring analytics.</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6" name="Picture 5">
            <a:extLst>
              <a:ext uri="{FF2B5EF4-FFF2-40B4-BE49-F238E27FC236}">
                <a16:creationId xmlns:a16="http://schemas.microsoft.com/office/drawing/2014/main" id="{1F5AE135-FA52-66CD-C762-0ADC084929CC}"/>
              </a:ext>
            </a:extLst>
          </p:cNvPr>
          <p:cNvPicPr>
            <a:picLocks noChangeAspect="1"/>
          </p:cNvPicPr>
          <p:nvPr/>
        </p:nvPicPr>
        <p:blipFill>
          <a:blip r:embed="rId3"/>
          <a:stretch>
            <a:fillRect/>
          </a:stretch>
        </p:blipFill>
        <p:spPr>
          <a:xfrm>
            <a:off x="856593" y="1041344"/>
            <a:ext cx="9753600" cy="52482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US" b="1" dirty="0"/>
              <a:t>Role of RAG in Interview Trainer Agent</a:t>
            </a:r>
            <a:endParaRPr lang="en-US" dirty="0"/>
          </a:p>
          <a:p>
            <a:r>
              <a:rPr lang="en-US" dirty="0"/>
              <a:t>RAG (Retrieval-Augmented Generation) enables the Interview Trainer Agent to function as an intelligent, knowledge-driven system rather than a simple chatbot. Using FAISS vector search and IBM Granite model via WatsonX.ai, it retrieves relevant interview knowledge before generating personalized responses.</a:t>
            </a:r>
          </a:p>
          <a:p>
            <a:r>
              <a:rPr lang="en-US" dirty="0"/>
              <a:t>When a user inputs their job role or question, FAISS performs semantic similarity search across 20 indexed interview knowledge documents. The most relevant context is retrieved and injected into the IBM Granite prompt for accurate, role-specific response generation.</a:t>
            </a:r>
          </a:p>
          <a:p>
            <a:r>
              <a:rPr lang="en-US" dirty="0"/>
              <a:t>RAG brings context awareness by retrieving role-specific knowledge — for example, Software Engineer interviews focus on System Design and Data Structures, while AI/ML Engineer interviews focus on Deep Learning, NLP, and TensorFlow. This ensures IBM Granite generates highly targeted and accurate interview questions, answers, and tips.</a:t>
            </a:r>
          </a:p>
          <a:p>
            <a:r>
              <a:rPr lang="en-US" dirty="0"/>
              <a:t>Additionally, the user's resume text is also injected into the RAG context, enabling hyper-personalized responses based on individual candidate skills and experience. The system continuously adapts based on user inputs like job role, experience level, and resume content.</a:t>
            </a:r>
          </a:p>
          <a:p>
            <a:r>
              <a:rPr lang="en-US" dirty="0"/>
              <a:t>Overall, RAG makes the Interview Trainer Agent accurate, personalized, and reliable — acting like a smart digital interview coach that helps candidates succeed in competitive job interviews through context-aware, knowledge-grounded AI responses.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US" sz="1800" dirty="0"/>
              <a:t>The Interview Trainer Agent stands out by combining RAG, IBM Granite AI, and resume-based personalization into one intelligent system.</a:t>
            </a:r>
          </a:p>
          <a:p>
            <a:r>
              <a:rPr lang="en-US" sz="1800" b="1" dirty="0"/>
              <a:t>RAG-Powered Accuracy</a:t>
            </a:r>
            <a:r>
              <a:rPr lang="en-US" sz="1800" dirty="0"/>
              <a:t> — FAISS semantic search retrieves role-specific knowledge for accurate, targeted responses.</a:t>
            </a:r>
          </a:p>
          <a:p>
            <a:r>
              <a:rPr lang="en-US" sz="1800" b="1" dirty="0"/>
              <a:t>Resume Personalization</a:t>
            </a:r>
            <a:r>
              <a:rPr lang="en-US" sz="1800" dirty="0"/>
              <a:t> — PDF upload enables hyper-personalized questions based on candidate's actual skills.</a:t>
            </a:r>
          </a:p>
          <a:p>
            <a:r>
              <a:rPr lang="en-US" sz="1800" b="1" dirty="0"/>
              <a:t>Mock Interview + Scoring</a:t>
            </a:r>
            <a:r>
              <a:rPr lang="en-US" sz="1800" dirty="0"/>
              <a:t> — AI evaluates answers with SCORE/10, strengths, improvements, and model answers.</a:t>
            </a:r>
          </a:p>
          <a:p>
            <a:r>
              <a:rPr lang="en-US" sz="1800" b="1" dirty="0"/>
              <a:t>Practice History</a:t>
            </a:r>
            <a:r>
              <a:rPr lang="en-US" sz="1800" dirty="0"/>
              <a:t> — Session history saved after stopping for performance review and improvement tracking.</a:t>
            </a:r>
          </a:p>
          <a:p>
            <a:r>
              <a:rPr lang="en-US" sz="1800" b="1" dirty="0"/>
              <a:t>Multi-Tab Interface</a:t>
            </a:r>
            <a:r>
              <a:rPr lang="en-US" sz="1800" dirty="0"/>
              <a:t> — Chat, Practice Mode, and Tips tabs — complete interview prep in one platform.</a:t>
            </a:r>
          </a:p>
          <a:p>
            <a:r>
              <a:rPr lang="en-US" sz="1800" b="1" dirty="0"/>
              <a:t>IBM Granite Compliant</a:t>
            </a:r>
            <a:r>
              <a:rPr lang="en-US" sz="1800" dirty="0"/>
              <a:t> — Uses granite-4-h-small via WatsonX.ai — fully satisfies PS-22 mandatory requirement.</a:t>
            </a:r>
          </a:p>
          <a:p>
            <a:r>
              <a:rPr lang="en-US" sz="1800" b="1" dirty="0"/>
              <a:t>Deployed on </a:t>
            </a:r>
            <a:r>
              <a:rPr lang="en-US" sz="1800" b="1" dirty="0" err="1"/>
              <a:t>Streamlit</a:t>
            </a:r>
            <a:r>
              <a:rPr lang="en-US" sz="1800" b="1" dirty="0"/>
              <a:t> Cloud</a:t>
            </a:r>
            <a:r>
              <a:rPr lang="en-US" sz="1800" dirty="0"/>
              <a:t> — Publicly accessible for easy mentor evaluation anywhere.</a:t>
            </a:r>
          </a:p>
          <a:p>
            <a:r>
              <a:rPr lang="en-US" sz="1800" b="1" dirty="0"/>
              <a:t>Configurable Sessions</a:t>
            </a:r>
            <a:r>
              <a:rPr lang="en-US" sz="1800" dirty="0"/>
              <a:t> — Set questions count, difficulty, and type (Technical/Behavioral/HR/System Design).</a:t>
            </a:r>
          </a:p>
          <a:p>
            <a:r>
              <a:rPr lang="en-US" sz="1800" dirty="0"/>
              <a:t>This makes it a smart, proactive digital interview coach — not just a static question generator.</a:t>
            </a:r>
          </a:p>
          <a:p>
            <a:endParaRPr lang="en-IN" sz="1800" dirty="0"/>
          </a:p>
          <a:p>
            <a:endParaRPr lang="en-IN" sz="1800"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50000"/>
              </a:lnSpc>
              <a:buClr>
                <a:srgbClr val="2B3541"/>
              </a:buClr>
              <a:buSzPts val="1850"/>
            </a:pPr>
            <a:r>
              <a:rPr lang="en-IN" sz="1850" dirty="0">
                <a:latin typeface="Arial" panose="020B0604020202020204" pitchFamily="34" charset="0"/>
                <a:cs typeface="Arial" panose="020B0604020202020204" pitchFamily="34" charset="0"/>
              </a:rPr>
              <a:t>GitHub Repository URL:</a:t>
            </a:r>
          </a:p>
          <a:p>
            <a:pPr lvl="0">
              <a:lnSpc>
                <a:spcPct val="150000"/>
              </a:lnSpc>
              <a:buClr>
                <a:srgbClr val="2B3541"/>
              </a:buClr>
              <a:buSzPts val="1850"/>
            </a:pPr>
            <a:r>
              <a:rPr lang="en-US" sz="1850" dirty="0">
                <a:solidFill>
                  <a:srgbClr val="2B3541"/>
                </a:solidFill>
                <a:latin typeface="Arial" panose="020B0604020202020204" pitchFamily="34" charset="0"/>
                <a:ea typeface="Times New Roman"/>
                <a:cs typeface="Arial" panose="020B0604020202020204" pitchFamily="34" charset="0"/>
                <a:sym typeface="Times New Roman"/>
              </a:rPr>
              <a:t>GitHub: </a:t>
            </a:r>
            <a:r>
              <a:rPr lang="en-US" sz="1850" dirty="0">
                <a:solidFill>
                  <a:srgbClr val="2B3541"/>
                </a:solidFill>
                <a:latin typeface="Arial" panose="020B0604020202020204" pitchFamily="34" charset="0"/>
                <a:ea typeface="Times New Roman"/>
                <a:cs typeface="Arial" panose="020B0604020202020204" pitchFamily="34" charset="0"/>
                <a:sym typeface="Times New Roman"/>
                <a:hlinkClick r:id="rId3"/>
              </a:rPr>
              <a:t>https://github.com/sharupriyagopi1327-dev/interview-trainer-agent</a:t>
            </a:r>
            <a:endParaRPr lang="en-US" sz="1850" dirty="0">
              <a:solidFill>
                <a:srgbClr val="2B3541"/>
              </a:solidFill>
              <a:latin typeface="Arial" panose="020B0604020202020204" pitchFamily="34" charset="0"/>
              <a:ea typeface="Times New Roman"/>
              <a:cs typeface="Arial" panose="020B0604020202020204" pitchFamily="34" charset="0"/>
              <a:sym typeface="Times New Roman"/>
            </a:endParaRPr>
          </a:p>
          <a:p>
            <a:pPr lvl="0">
              <a:lnSpc>
                <a:spcPct val="150000"/>
              </a:lnSpc>
              <a:buClr>
                <a:srgbClr val="2B3541"/>
              </a:buClr>
              <a:buSzPts val="1850"/>
            </a:pPr>
            <a:r>
              <a:rPr lang="en-US" sz="1850" dirty="0">
                <a:solidFill>
                  <a:srgbClr val="2B3541"/>
                </a:solidFill>
                <a:latin typeface="Arial" panose="020B0604020202020204" pitchFamily="34" charset="0"/>
                <a:ea typeface="Times New Roman"/>
                <a:cs typeface="Arial" panose="020B0604020202020204" pitchFamily="34" charset="0"/>
                <a:sym typeface="Times New Roman"/>
              </a:rPr>
              <a:t>Live App: </a:t>
            </a:r>
            <a:r>
              <a:rPr lang="en-US" sz="1850" dirty="0">
                <a:solidFill>
                  <a:srgbClr val="2B3541"/>
                </a:solidFill>
                <a:latin typeface="Arial" panose="020B0604020202020204" pitchFamily="34" charset="0"/>
                <a:ea typeface="Times New Roman"/>
                <a:cs typeface="Arial" panose="020B0604020202020204" pitchFamily="34" charset="0"/>
                <a:sym typeface="Times New Roman"/>
                <a:hlinkClick r:id="rId4"/>
              </a:rPr>
              <a:t>https://interview-trainer-agent.streamlit.app</a:t>
            </a:r>
            <a:endParaRPr lang="en-US" sz="1850" dirty="0">
              <a:solidFill>
                <a:srgbClr val="2B3541"/>
              </a:solidFill>
              <a:latin typeface="Arial" panose="020B0604020202020204" pitchFamily="34" charset="0"/>
              <a:ea typeface="Times New Roman"/>
              <a:cs typeface="Arial" panose="020B0604020202020204" pitchFamily="34" charset="0"/>
              <a:sym typeface="Times New Roman"/>
            </a:endParaRPr>
          </a:p>
          <a:p>
            <a:r>
              <a:rPr lang="en-IN" sz="1850" b="1" dirty="0">
                <a:latin typeface="Arial" panose="020B0604020202020204" pitchFamily="34" charset="0"/>
                <a:cs typeface="Arial" panose="020B0604020202020204" pitchFamily="34" charset="0"/>
              </a:rPr>
              <a:t>Repository Contents:</a:t>
            </a:r>
            <a:endParaRPr lang="en-IN" sz="1850" dirty="0">
              <a:latin typeface="Arial" panose="020B0604020202020204" pitchFamily="34" charset="0"/>
              <a:cs typeface="Arial" panose="020B0604020202020204" pitchFamily="34" charset="0"/>
            </a:endParaRPr>
          </a:p>
          <a:p>
            <a:r>
              <a:rPr lang="en-IN" sz="1850" dirty="0">
                <a:latin typeface="Arial" panose="020B0604020202020204" pitchFamily="34" charset="0"/>
                <a:cs typeface="Arial" panose="020B0604020202020204" pitchFamily="34" charset="0"/>
              </a:rPr>
              <a:t>app.py — Main application file</a:t>
            </a:r>
          </a:p>
          <a:p>
            <a:r>
              <a:rPr lang="en-IN" sz="1850" dirty="0">
                <a:latin typeface="Arial" panose="020B0604020202020204" pitchFamily="34" charset="0"/>
                <a:cs typeface="Arial" panose="020B0604020202020204" pitchFamily="34" charset="0"/>
              </a:rPr>
              <a:t>requirements.txt — Python dependencies</a:t>
            </a:r>
          </a:p>
          <a:p>
            <a:r>
              <a:rPr lang="en-IN" sz="1850" dirty="0">
                <a:latin typeface="Arial" panose="020B0604020202020204" pitchFamily="34" charset="0"/>
                <a:cs typeface="Arial" panose="020B0604020202020204" pitchFamily="34" charset="0"/>
              </a:rPr>
              <a:t>README.md — Project documentation</a:t>
            </a:r>
          </a:p>
          <a:p>
            <a:pPr lvl="0">
              <a:lnSpc>
                <a:spcPct val="150000"/>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320324" y="1345224"/>
            <a:ext cx="9214580" cy="4277001"/>
          </a:xfrm>
          <a:prstGeom prst="rect">
            <a:avLst/>
          </a:prstGeom>
          <a:noFill/>
          <a:ln>
            <a:noFill/>
          </a:ln>
        </p:spPr>
        <p:txBody>
          <a:bodyPr spcFirstLastPara="1" wrap="square" lIns="0" tIns="0" rIns="0" bIns="0" anchor="t" anchorCtr="0">
            <a:noAutofit/>
          </a:bodyPr>
          <a:lstStyle/>
          <a:p>
            <a:r>
              <a:rPr lang="en-US" sz="2000" b="1" dirty="0"/>
              <a:t>1. Voice-Based Mock Interview —</a:t>
            </a:r>
            <a:r>
              <a:rPr lang="en-US" sz="2000" dirty="0"/>
              <a:t> Add speech-to-text and text-to-speech capabilities enabling candidates to practice verbal interview responses. AI will evaluate tone, clarity, and content for comprehensive interview coaching, making preparation more realistic and effective.</a:t>
            </a:r>
          </a:p>
          <a:p>
            <a:r>
              <a:rPr lang="en-US" sz="2000" b="1" dirty="0"/>
              <a:t>2. Advanced RAG with </a:t>
            </a:r>
            <a:r>
              <a:rPr lang="en-US" sz="2000" b="1" dirty="0" err="1"/>
              <a:t>ChromaDB</a:t>
            </a:r>
            <a:r>
              <a:rPr lang="en-US" sz="2000" b="1" dirty="0"/>
              <a:t> —</a:t>
            </a:r>
            <a:r>
              <a:rPr lang="en-US" sz="2000" dirty="0"/>
              <a:t> Upgrade from FAISS to </a:t>
            </a:r>
            <a:r>
              <a:rPr lang="en-US" sz="2000" dirty="0" err="1"/>
              <a:t>ChromaDB</a:t>
            </a:r>
            <a:r>
              <a:rPr lang="en-US" sz="2000" dirty="0"/>
              <a:t> persistent vector database with dynamic document ingestion. This will allow adding new interview questions and company-specific data in real-time without restarting the application.</a:t>
            </a:r>
          </a:p>
          <a:p>
            <a:r>
              <a:rPr lang="en-US" sz="2000" b="1" dirty="0"/>
              <a:t>3. Multilingual Support —</a:t>
            </a:r>
            <a:r>
              <a:rPr lang="en-US" sz="2000" dirty="0"/>
              <a:t> Add support for multiple languages (Tamil, Hindi, Telugu, etc.) making the Interview Trainer Agent accessible to diverse populations across India and enabling candidates to practice in their preferred language.</a:t>
            </a:r>
          </a:p>
          <a:p>
            <a:r>
              <a:rPr lang="en-US" sz="2000" b="1" dirty="0"/>
              <a:t>4. Company-Specific Interview Preparation —</a:t>
            </a:r>
            <a:r>
              <a:rPr lang="en-US" sz="2000" dirty="0"/>
              <a:t> Integrate company-specific interview patterns and questions from top companies like Google, Amazon, Microsoft, and TCS, enabling targeted preparation for specific job applications.</a:t>
            </a:r>
          </a:p>
          <a:p>
            <a:pPr marL="0" marR="0" lvl="0" indent="0" algn="l" rtl="0">
              <a:lnSpc>
                <a:spcPct val="162162"/>
              </a:lnSpc>
              <a:spcBef>
                <a:spcPts val="0"/>
              </a:spcBef>
              <a:spcAft>
                <a:spcPts val="0"/>
              </a:spcAft>
              <a:buClr>
                <a:srgbClr val="2B3541"/>
              </a:buClr>
              <a:buSzPts val="1850"/>
              <a:buFont typeface="Times New Roman"/>
              <a:buNone/>
            </a:pPr>
            <a:endParaRPr lang="en-US" sz="1850" b="1" i="0" u="none" strike="noStrike" cap="none"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1261</TotalTime>
  <Words>1252</Words>
  <Application>Microsoft Office PowerPoint</Application>
  <PresentationFormat>Widescreen</PresentationFormat>
  <Paragraphs>90</Paragraphs>
  <Slides>11</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Sharu Priya</cp:lastModifiedBy>
  <cp:revision>22</cp:revision>
  <dcterms:created xsi:type="dcterms:W3CDTF">2025-07-08T05:06:56Z</dcterms:created>
  <dcterms:modified xsi:type="dcterms:W3CDTF">2026-06-07T08:14:51Z</dcterms:modified>
</cp:coreProperties>
</file>